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6" r:id="rId13"/>
    <p:sldId id="273" r:id="rId14"/>
    <p:sldId id="267" r:id="rId15"/>
    <p:sldId id="274" r:id="rId16"/>
    <p:sldId id="268" r:id="rId17"/>
    <p:sldId id="275" r:id="rId18"/>
    <p:sldId id="276" r:id="rId19"/>
    <p:sldId id="271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0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6D43B1-5BCB-4017-9EE6-3A44D6B4C723}" v="19" dt="2025-12-09T11:25:28.7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4"/>
  </p:normalViewPr>
  <p:slideViewPr>
    <p:cSldViewPr snapToGrid="0" snapToObjects="1">
      <p:cViewPr varScale="1">
        <p:scale>
          <a:sx n="70" d="100"/>
          <a:sy n="70" d="100"/>
        </p:scale>
        <p:origin x="936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lly mifoumou" userId="6962e5039e3278d6" providerId="LiveId" clId="{D62A6FE9-3B10-4D91-88B6-5D8A3B35BE5C}"/>
    <pc:docChg chg="custSel addSld delSld modSld sldOrd">
      <pc:chgData name="kelly mifoumou" userId="6962e5039e3278d6" providerId="LiveId" clId="{D62A6FE9-3B10-4D91-88B6-5D8A3B35BE5C}" dt="2025-12-09T11:27:31.948" v="553" actId="1038"/>
      <pc:docMkLst>
        <pc:docMk/>
      </pc:docMkLst>
      <pc:sldChg chg="ord setBg">
        <pc:chgData name="kelly mifoumou" userId="6962e5039e3278d6" providerId="LiveId" clId="{D62A6FE9-3B10-4D91-88B6-5D8A3B35BE5C}" dt="2025-12-09T10:25:42.915" v="25"/>
        <pc:sldMkLst>
          <pc:docMk/>
          <pc:sldMk cId="0" sldId="265"/>
        </pc:sldMkLst>
      </pc:sldChg>
      <pc:sldChg chg="addSp delSp modSp mod">
        <pc:chgData name="kelly mifoumou" userId="6962e5039e3278d6" providerId="LiveId" clId="{D62A6FE9-3B10-4D91-88B6-5D8A3B35BE5C}" dt="2025-12-09T10:57:51.949" v="371" actId="207"/>
        <pc:sldMkLst>
          <pc:docMk/>
          <pc:sldMk cId="0" sldId="267"/>
        </pc:sldMkLst>
        <pc:spChg chg="mod">
          <ac:chgData name="kelly mifoumou" userId="6962e5039e3278d6" providerId="LiveId" clId="{D62A6FE9-3B10-4D91-88B6-5D8A3B35BE5C}" dt="2025-12-09T10:50:28.735" v="130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kelly mifoumou" userId="6962e5039e3278d6" providerId="LiveId" clId="{D62A6FE9-3B10-4D91-88B6-5D8A3B35BE5C}" dt="2025-12-09T10:52:47.286" v="163"/>
          <ac:spMkLst>
            <pc:docMk/>
            <pc:sldMk cId="0" sldId="267"/>
            <ac:spMk id="3" creationId="{00000000-0000-0000-0000-000000000000}"/>
          </ac:spMkLst>
        </pc:spChg>
        <pc:spChg chg="del mod">
          <ac:chgData name="kelly mifoumou" userId="6962e5039e3278d6" providerId="LiveId" clId="{D62A6FE9-3B10-4D91-88B6-5D8A3B35BE5C}" dt="2025-12-09T10:54:01.039" v="170" actId="478"/>
          <ac:spMkLst>
            <pc:docMk/>
            <pc:sldMk cId="0" sldId="267"/>
            <ac:spMk id="4" creationId="{00000000-0000-0000-0000-000000000000}"/>
          </ac:spMkLst>
        </pc:spChg>
        <pc:spChg chg="add del mod">
          <ac:chgData name="kelly mifoumou" userId="6962e5039e3278d6" providerId="LiveId" clId="{D62A6FE9-3B10-4D91-88B6-5D8A3B35BE5C}" dt="2025-12-09T10:55:50.998" v="354"/>
          <ac:spMkLst>
            <pc:docMk/>
            <pc:sldMk cId="0" sldId="267"/>
            <ac:spMk id="5" creationId="{60049E3B-6EBF-92B8-99B6-F95B135E6320}"/>
          </ac:spMkLst>
        </pc:spChg>
        <pc:spChg chg="add mod">
          <ac:chgData name="kelly mifoumou" userId="6962e5039e3278d6" providerId="LiveId" clId="{D62A6FE9-3B10-4D91-88B6-5D8A3B35BE5C}" dt="2025-12-09T10:57:51.949" v="371" actId="207"/>
          <ac:spMkLst>
            <pc:docMk/>
            <pc:sldMk cId="0" sldId="267"/>
            <ac:spMk id="6" creationId="{798E2F1E-25E3-78AF-7629-564613ACF44F}"/>
          </ac:spMkLst>
        </pc:spChg>
      </pc:sldChg>
      <pc:sldChg chg="addSp delSp modSp mod ord">
        <pc:chgData name="kelly mifoumou" userId="6962e5039e3278d6" providerId="LiveId" clId="{D62A6FE9-3B10-4D91-88B6-5D8A3B35BE5C}" dt="2025-12-09T11:04:39.226" v="487" actId="20577"/>
        <pc:sldMkLst>
          <pc:docMk/>
          <pc:sldMk cId="0" sldId="268"/>
        </pc:sldMkLst>
        <pc:spChg chg="mod">
          <ac:chgData name="kelly mifoumou" userId="6962e5039e3278d6" providerId="LiveId" clId="{D62A6FE9-3B10-4D91-88B6-5D8A3B35BE5C}" dt="2025-12-09T10:58:23.643" v="410" actId="20577"/>
          <ac:spMkLst>
            <pc:docMk/>
            <pc:sldMk cId="0" sldId="268"/>
            <ac:spMk id="2" creationId="{00000000-0000-0000-0000-000000000000}"/>
          </ac:spMkLst>
        </pc:spChg>
        <pc:spChg chg="mod">
          <ac:chgData name="kelly mifoumou" userId="6962e5039e3278d6" providerId="LiveId" clId="{D62A6FE9-3B10-4D91-88B6-5D8A3B35BE5C}" dt="2025-12-09T11:04:39.226" v="487" actId="20577"/>
          <ac:spMkLst>
            <pc:docMk/>
            <pc:sldMk cId="0" sldId="268"/>
            <ac:spMk id="3" creationId="{00000000-0000-0000-0000-000000000000}"/>
          </ac:spMkLst>
        </pc:spChg>
        <pc:spChg chg="del mod">
          <ac:chgData name="kelly mifoumou" userId="6962e5039e3278d6" providerId="LiveId" clId="{D62A6FE9-3B10-4D91-88B6-5D8A3B35BE5C}" dt="2025-12-09T10:58:39.543" v="453" actId="478"/>
          <ac:spMkLst>
            <pc:docMk/>
            <pc:sldMk cId="0" sldId="268"/>
            <ac:spMk id="4" creationId="{00000000-0000-0000-0000-000000000000}"/>
          </ac:spMkLst>
        </pc:spChg>
        <pc:spChg chg="add mod">
          <ac:chgData name="kelly mifoumou" userId="6962e5039e3278d6" providerId="LiveId" clId="{D62A6FE9-3B10-4D91-88B6-5D8A3B35BE5C}" dt="2025-12-09T11:01:22.178" v="464" actId="207"/>
          <ac:spMkLst>
            <pc:docMk/>
            <pc:sldMk cId="0" sldId="268"/>
            <ac:spMk id="5" creationId="{E8176B89-5645-2DAF-FADC-00BB740507CF}"/>
          </ac:spMkLst>
        </pc:spChg>
      </pc:sldChg>
      <pc:sldChg chg="del">
        <pc:chgData name="kelly mifoumou" userId="6962e5039e3278d6" providerId="LiveId" clId="{D62A6FE9-3B10-4D91-88B6-5D8A3B35BE5C}" dt="2025-12-09T11:02:17.323" v="466" actId="47"/>
        <pc:sldMkLst>
          <pc:docMk/>
          <pc:sldMk cId="0" sldId="269"/>
        </pc:sldMkLst>
      </pc:sldChg>
      <pc:sldChg chg="del">
        <pc:chgData name="kelly mifoumou" userId="6962e5039e3278d6" providerId="LiveId" clId="{D62A6FE9-3B10-4D91-88B6-5D8A3B35BE5C}" dt="2025-12-09T11:02:10.751" v="465" actId="47"/>
        <pc:sldMkLst>
          <pc:docMk/>
          <pc:sldMk cId="0" sldId="270"/>
        </pc:sldMkLst>
      </pc:sldChg>
      <pc:sldChg chg="addSp delSp modSp new del mod setBg setClrOvrMap">
        <pc:chgData name="kelly mifoumou" userId="6962e5039e3278d6" providerId="LiveId" clId="{D62A6FE9-3B10-4D91-88B6-5D8A3B35BE5C}" dt="2025-12-09T10:20:55.035" v="4" actId="47"/>
        <pc:sldMkLst>
          <pc:docMk/>
          <pc:sldMk cId="1092805504" sldId="272"/>
        </pc:sldMkLst>
        <pc:spChg chg="mod">
          <ac:chgData name="kelly mifoumou" userId="6962e5039e3278d6" providerId="LiveId" clId="{D62A6FE9-3B10-4D91-88B6-5D8A3B35BE5C}" dt="2025-12-09T10:20:48.919" v="3" actId="26606"/>
          <ac:spMkLst>
            <pc:docMk/>
            <pc:sldMk cId="1092805504" sldId="272"/>
            <ac:spMk id="2" creationId="{956281A0-2277-4CC5-8481-61C1B266B8E1}"/>
          </ac:spMkLst>
        </pc:spChg>
        <pc:spChg chg="del">
          <ac:chgData name="kelly mifoumou" userId="6962e5039e3278d6" providerId="LiveId" clId="{D62A6FE9-3B10-4D91-88B6-5D8A3B35BE5C}" dt="2025-12-09T10:20:48.919" v="3" actId="26606"/>
          <ac:spMkLst>
            <pc:docMk/>
            <pc:sldMk cId="1092805504" sldId="272"/>
            <ac:spMk id="3" creationId="{DC176604-4457-3C9F-D494-2274F8813943}"/>
          </ac:spMkLst>
        </pc:spChg>
        <pc:spChg chg="add">
          <ac:chgData name="kelly mifoumou" userId="6962e5039e3278d6" providerId="LiveId" clId="{D62A6FE9-3B10-4D91-88B6-5D8A3B35BE5C}" dt="2025-12-09T10:20:48.919" v="3" actId="26606"/>
          <ac:spMkLst>
            <pc:docMk/>
            <pc:sldMk cId="1092805504" sldId="272"/>
            <ac:spMk id="8" creationId="{A3E8498D-DA8F-EF6C-5420-F153D4979209}"/>
          </ac:spMkLst>
        </pc:spChg>
      </pc:sldChg>
      <pc:sldChg chg="addSp delSp modSp new mod setBg">
        <pc:chgData name="kelly mifoumou" userId="6962e5039e3278d6" providerId="LiveId" clId="{D62A6FE9-3B10-4D91-88B6-5D8A3B35BE5C}" dt="2025-12-09T10:26:08.191" v="39" actId="1076"/>
        <pc:sldMkLst>
          <pc:docMk/>
          <pc:sldMk cId="3401012559" sldId="272"/>
        </pc:sldMkLst>
        <pc:spChg chg="mod">
          <ac:chgData name="kelly mifoumou" userId="6962e5039e3278d6" providerId="LiveId" clId="{D62A6FE9-3B10-4D91-88B6-5D8A3B35BE5C}" dt="2025-12-09T10:25:59.702" v="37" actId="27636"/>
          <ac:spMkLst>
            <pc:docMk/>
            <pc:sldMk cId="3401012559" sldId="272"/>
            <ac:spMk id="2" creationId="{B3E9D4DF-2615-185A-D963-08D26511A180}"/>
          </ac:spMkLst>
        </pc:spChg>
        <pc:spChg chg="del">
          <ac:chgData name="kelly mifoumou" userId="6962e5039e3278d6" providerId="LiveId" clId="{D62A6FE9-3B10-4D91-88B6-5D8A3B35BE5C}" dt="2025-12-09T10:25:02.905" v="21" actId="931"/>
          <ac:spMkLst>
            <pc:docMk/>
            <pc:sldMk cId="3401012559" sldId="272"/>
            <ac:spMk id="3" creationId="{5ADBE8B0-39FD-0738-ED5C-186F93941B5C}"/>
          </ac:spMkLst>
        </pc:spChg>
        <pc:picChg chg="add mod">
          <ac:chgData name="kelly mifoumou" userId="6962e5039e3278d6" providerId="LiveId" clId="{D62A6FE9-3B10-4D91-88B6-5D8A3B35BE5C}" dt="2025-12-09T10:26:08.191" v="39" actId="1076"/>
          <ac:picMkLst>
            <pc:docMk/>
            <pc:sldMk cId="3401012559" sldId="272"/>
            <ac:picMk id="5" creationId="{216F8E1C-C914-16F1-7413-1712E98439EA}"/>
          </ac:picMkLst>
        </pc:picChg>
      </pc:sldChg>
      <pc:sldChg chg="addSp delSp modSp new del mod setBg">
        <pc:chgData name="kelly mifoumou" userId="6962e5039e3278d6" providerId="LiveId" clId="{D62A6FE9-3B10-4D91-88B6-5D8A3B35BE5C}" dt="2025-12-09T10:23:12.439" v="16" actId="47"/>
        <pc:sldMkLst>
          <pc:docMk/>
          <pc:sldMk cId="4097307130" sldId="272"/>
        </pc:sldMkLst>
        <pc:spChg chg="del">
          <ac:chgData name="kelly mifoumou" userId="6962e5039e3278d6" providerId="LiveId" clId="{D62A6FE9-3B10-4D91-88B6-5D8A3B35BE5C}" dt="2025-12-09T10:22:11.707" v="9" actId="26606"/>
          <ac:spMkLst>
            <pc:docMk/>
            <pc:sldMk cId="4097307130" sldId="272"/>
            <ac:spMk id="2" creationId="{B36CB377-4D0A-F69C-FBF8-409E57CA8389}"/>
          </ac:spMkLst>
        </pc:spChg>
        <pc:spChg chg="del">
          <ac:chgData name="kelly mifoumou" userId="6962e5039e3278d6" providerId="LiveId" clId="{D62A6FE9-3B10-4D91-88B6-5D8A3B35BE5C}" dt="2025-12-09T10:22:07.293" v="6" actId="931"/>
          <ac:spMkLst>
            <pc:docMk/>
            <pc:sldMk cId="4097307130" sldId="272"/>
            <ac:spMk id="3" creationId="{53274180-57E8-C6B6-810D-316F788F524F}"/>
          </ac:spMkLst>
        </pc:spChg>
        <pc:picChg chg="add mod">
          <ac:chgData name="kelly mifoumou" userId="6962e5039e3278d6" providerId="LiveId" clId="{D62A6FE9-3B10-4D91-88B6-5D8A3B35BE5C}" dt="2025-12-09T10:22:30.287" v="15" actId="962"/>
          <ac:picMkLst>
            <pc:docMk/>
            <pc:sldMk cId="4097307130" sldId="272"/>
            <ac:picMk id="5" creationId="{5BDF83EE-39DB-5384-BDED-B6317149735B}"/>
          </ac:picMkLst>
        </pc:picChg>
      </pc:sldChg>
      <pc:sldChg chg="addSp delSp modSp add mod ord">
        <pc:chgData name="kelly mifoumou" userId="6962e5039e3278d6" providerId="LiveId" clId="{D62A6FE9-3B10-4D91-88B6-5D8A3B35BE5C}" dt="2025-12-09T10:37:37.668" v="81" actId="1076"/>
        <pc:sldMkLst>
          <pc:docMk/>
          <pc:sldMk cId="2114635063" sldId="273"/>
        </pc:sldMkLst>
        <pc:spChg chg="mod">
          <ac:chgData name="kelly mifoumou" userId="6962e5039e3278d6" providerId="LiveId" clId="{D62A6FE9-3B10-4D91-88B6-5D8A3B35BE5C}" dt="2025-12-09T10:36:30.241" v="73" actId="20577"/>
          <ac:spMkLst>
            <pc:docMk/>
            <pc:sldMk cId="2114635063" sldId="273"/>
            <ac:spMk id="2" creationId="{45A0031D-5B40-4E97-8004-550297216811}"/>
          </ac:spMkLst>
        </pc:spChg>
        <pc:spChg chg="add del mod">
          <ac:chgData name="kelly mifoumou" userId="6962e5039e3278d6" providerId="LiveId" clId="{D62A6FE9-3B10-4D91-88B6-5D8A3B35BE5C}" dt="2025-12-09T10:37:07.414" v="75" actId="931"/>
          <ac:spMkLst>
            <pc:docMk/>
            <pc:sldMk cId="2114635063" sldId="273"/>
            <ac:spMk id="4" creationId="{5073F7A9-2DF0-96CD-4786-17C730DC72F0}"/>
          </ac:spMkLst>
        </pc:spChg>
        <pc:picChg chg="del">
          <ac:chgData name="kelly mifoumou" userId="6962e5039e3278d6" providerId="LiveId" clId="{D62A6FE9-3B10-4D91-88B6-5D8A3B35BE5C}" dt="2025-12-09T10:36:32.606" v="74" actId="478"/>
          <ac:picMkLst>
            <pc:docMk/>
            <pc:sldMk cId="2114635063" sldId="273"/>
            <ac:picMk id="5" creationId="{265F31AD-A99A-C520-CC97-0C79661B6BDC}"/>
          </ac:picMkLst>
        </pc:picChg>
        <pc:picChg chg="add mod">
          <ac:chgData name="kelly mifoumou" userId="6962e5039e3278d6" providerId="LiveId" clId="{D62A6FE9-3B10-4D91-88B6-5D8A3B35BE5C}" dt="2025-12-09T10:37:37.668" v="81" actId="1076"/>
          <ac:picMkLst>
            <pc:docMk/>
            <pc:sldMk cId="2114635063" sldId="273"/>
            <ac:picMk id="7" creationId="{2A082325-6FFF-C81E-2985-F175A8B1EDE1}"/>
          </ac:picMkLst>
        </pc:picChg>
      </pc:sldChg>
      <pc:sldChg chg="addSp delSp modSp add mod ord">
        <pc:chgData name="kelly mifoumou" userId="6962e5039e3278d6" providerId="LiveId" clId="{D62A6FE9-3B10-4D91-88B6-5D8A3B35BE5C}" dt="2025-12-09T10:56:45.421" v="367" actId="1076"/>
        <pc:sldMkLst>
          <pc:docMk/>
          <pc:sldMk cId="242214455" sldId="274"/>
        </pc:sldMkLst>
        <pc:spChg chg="del mod">
          <ac:chgData name="kelly mifoumou" userId="6962e5039e3278d6" providerId="LiveId" clId="{D62A6FE9-3B10-4D91-88B6-5D8A3B35BE5C}" dt="2025-12-09T10:56:25.529" v="363" actId="931"/>
          <ac:spMkLst>
            <pc:docMk/>
            <pc:sldMk cId="242214455" sldId="274"/>
            <ac:spMk id="3" creationId="{E2D9A51A-6BF7-EBB4-D702-A5C8249EA60E}"/>
          </ac:spMkLst>
        </pc:spChg>
        <pc:picChg chg="add mod">
          <ac:chgData name="kelly mifoumou" userId="6962e5039e3278d6" providerId="LiveId" clId="{D62A6FE9-3B10-4D91-88B6-5D8A3B35BE5C}" dt="2025-12-09T10:56:45.421" v="367" actId="1076"/>
          <ac:picMkLst>
            <pc:docMk/>
            <pc:sldMk cId="242214455" sldId="274"/>
            <ac:picMk id="5" creationId="{75268DA8-6041-F828-9548-6638DCEB84C0}"/>
          </ac:picMkLst>
        </pc:picChg>
      </pc:sldChg>
      <pc:sldChg chg="addSp delSp modSp add mod ord">
        <pc:chgData name="kelly mifoumou" userId="6962e5039e3278d6" providerId="LiveId" clId="{D62A6FE9-3B10-4D91-88B6-5D8A3B35BE5C}" dt="2025-12-09T11:04:24.080" v="476"/>
        <pc:sldMkLst>
          <pc:docMk/>
          <pc:sldMk cId="31470078" sldId="275"/>
        </pc:sldMkLst>
        <pc:spChg chg="del">
          <ac:chgData name="kelly mifoumou" userId="6962e5039e3278d6" providerId="LiveId" clId="{D62A6FE9-3B10-4D91-88B6-5D8A3B35BE5C}" dt="2025-12-09T10:59:41.732" v="455" actId="931"/>
          <ac:spMkLst>
            <pc:docMk/>
            <pc:sldMk cId="31470078" sldId="275"/>
            <ac:spMk id="3" creationId="{8660344F-A6F4-C345-97B7-33FAE67930CD}"/>
          </ac:spMkLst>
        </pc:spChg>
        <pc:picChg chg="add mod">
          <ac:chgData name="kelly mifoumou" userId="6962e5039e3278d6" providerId="LiveId" clId="{D62A6FE9-3B10-4D91-88B6-5D8A3B35BE5C}" dt="2025-12-09T10:59:44.679" v="459" actId="962"/>
          <ac:picMkLst>
            <pc:docMk/>
            <pc:sldMk cId="31470078" sldId="275"/>
            <ac:picMk id="5" creationId="{148C8A5E-A4E6-E3E7-3451-B04ADC9D3521}"/>
          </ac:picMkLst>
        </pc:picChg>
      </pc:sldChg>
      <pc:sldChg chg="addSp delSp modSp add mod modAnim">
        <pc:chgData name="kelly mifoumou" userId="6962e5039e3278d6" providerId="LiveId" clId="{D62A6FE9-3B10-4D91-88B6-5D8A3B35BE5C}" dt="2025-12-09T11:27:31.948" v="553" actId="1038"/>
        <pc:sldMkLst>
          <pc:docMk/>
          <pc:sldMk cId="2943857075" sldId="276"/>
        </pc:sldMkLst>
        <pc:spChg chg="mod">
          <ac:chgData name="kelly mifoumou" userId="6962e5039e3278d6" providerId="LiveId" clId="{D62A6FE9-3B10-4D91-88B6-5D8A3B35BE5C}" dt="2025-12-09T11:25:13.833" v="551" actId="20577"/>
          <ac:spMkLst>
            <pc:docMk/>
            <pc:sldMk cId="2943857075" sldId="276"/>
            <ac:spMk id="2" creationId="{29580C8A-C16A-6BD2-7876-02F41C362FDE}"/>
          </ac:spMkLst>
        </pc:spChg>
        <pc:spChg chg="add del mod">
          <ac:chgData name="kelly mifoumou" userId="6962e5039e3278d6" providerId="LiveId" clId="{D62A6FE9-3B10-4D91-88B6-5D8A3B35BE5C}" dt="2025-12-09T11:25:28.715" v="552"/>
          <ac:spMkLst>
            <pc:docMk/>
            <pc:sldMk cId="2943857075" sldId="276"/>
            <ac:spMk id="4" creationId="{59811413-FF39-DF5C-D7ED-69D51E6520B4}"/>
          </ac:spMkLst>
        </pc:spChg>
        <pc:picChg chg="del">
          <ac:chgData name="kelly mifoumou" userId="6962e5039e3278d6" providerId="LiveId" clId="{D62A6FE9-3B10-4D91-88B6-5D8A3B35BE5C}" dt="2025-12-09T11:06:15.810" v="504" actId="478"/>
          <ac:picMkLst>
            <pc:docMk/>
            <pc:sldMk cId="2943857075" sldId="276"/>
            <ac:picMk id="5" creationId="{7491AE85-4ED2-1BBE-FF3E-F69894A8F936}"/>
          </ac:picMkLst>
        </pc:picChg>
        <pc:picChg chg="add mod">
          <ac:chgData name="kelly mifoumou" userId="6962e5039e3278d6" providerId="LiveId" clId="{D62A6FE9-3B10-4D91-88B6-5D8A3B35BE5C}" dt="2025-12-09T11:27:31.948" v="553" actId="1038"/>
          <ac:picMkLst>
            <pc:docMk/>
            <pc:sldMk cId="2943857075" sldId="276"/>
            <ac:picMk id="6" creationId="{58D1E0D2-9191-866F-68C0-F06D87D53BCF}"/>
          </ac:picMkLst>
        </pc:picChg>
      </pc:sldChg>
      <pc:sldChg chg="new del ord">
        <pc:chgData name="kelly mifoumou" userId="6962e5039e3278d6" providerId="LiveId" clId="{D62A6FE9-3B10-4D91-88B6-5D8A3B35BE5C}" dt="2025-12-09T11:04:25.896" v="477" actId="47"/>
        <pc:sldMkLst>
          <pc:docMk/>
          <pc:sldMk cId="3254643556" sldId="276"/>
        </pc:sldMkLst>
      </pc:sldChg>
      <pc:sldChg chg="new del">
        <pc:chgData name="kelly mifoumou" userId="6962e5039e3278d6" providerId="LiveId" clId="{D62A6FE9-3B10-4D91-88B6-5D8A3B35BE5C}" dt="2025-12-09T11:04:27.306" v="478" actId="47"/>
        <pc:sldMkLst>
          <pc:docMk/>
          <pc:sldMk cId="4168528342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 dirty="0" err="1">
                <a:solidFill>
                  <a:srgbClr val="DCEBFF"/>
                </a:solidFill>
              </a:rPr>
              <a:t>DailySoul</a:t>
            </a:r>
            <a:r>
              <a:rPr sz="3200" b="1" dirty="0">
                <a:solidFill>
                  <a:srgbClr val="DCEBFF"/>
                </a:solidFill>
              </a:rPr>
              <a:t> </a:t>
            </a:r>
            <a:r>
              <a:rPr sz="3200" b="1" dirty="0" err="1">
                <a:solidFill>
                  <a:srgbClr val="DCEBFF"/>
                </a:solidFill>
              </a:rPr>
              <a:t>프로젝트</a:t>
            </a:r>
            <a:r>
              <a:rPr sz="3200" b="1" dirty="0">
                <a:solidFill>
                  <a:srgbClr val="DCEBFF"/>
                </a:solidFill>
              </a:rPr>
              <a:t> </a:t>
            </a:r>
            <a:r>
              <a:rPr sz="3200" b="1" dirty="0" err="1">
                <a:solidFill>
                  <a:srgbClr val="DCEBFF"/>
                </a:solidFill>
              </a:rPr>
              <a:t>발표</a:t>
            </a:r>
            <a:endParaRPr sz="3200" b="1" dirty="0">
              <a:solidFill>
                <a:srgbClr val="DCEB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970421"/>
            <a:ext cx="6400800" cy="1752600"/>
          </a:xfrm>
        </p:spPr>
        <p:txBody>
          <a:bodyPr/>
          <a:lstStyle/>
          <a:p>
            <a:r>
              <a:rPr lang="ko-KR" altLang="en-US" sz="1200" b="1" dirty="0">
                <a:solidFill>
                  <a:srgbClr val="FFFFFF"/>
                </a:solidFill>
                <a:effectLst/>
                <a:latin typeface="Helvetica Neue" panose="02000503000000020004" pitchFamily="2" charset="0"/>
              </a:rPr>
              <a:t>팀원</a:t>
            </a:r>
            <a:r>
              <a:rPr lang="en-US" altLang="ko-KR" sz="1200" b="1" dirty="0">
                <a:solidFill>
                  <a:srgbClr val="FFFFFF"/>
                </a:solidFill>
                <a:effectLst/>
                <a:latin typeface="Helvetica Neue" panose="02000503000000020004" pitchFamily="2" charset="0"/>
              </a:rPr>
              <a:t>: </a:t>
            </a:r>
          </a:p>
          <a:p>
            <a:r>
              <a:rPr lang="ko-KR" altLang="en-US" sz="1200" b="1" dirty="0">
                <a:solidFill>
                  <a:srgbClr val="FFFFFF"/>
                </a:solidFill>
                <a:effectLst/>
                <a:latin typeface="Helvetica Neue" panose="02000503000000020004" pitchFamily="2" charset="0"/>
              </a:rPr>
              <a:t>사마이 </a:t>
            </a:r>
            <a:r>
              <a:rPr lang="ko-KR" altLang="en-US" sz="1200" b="1" dirty="0" err="1">
                <a:solidFill>
                  <a:srgbClr val="FFFFFF"/>
                </a:solidFill>
                <a:effectLst/>
                <a:latin typeface="Helvetica Neue" panose="02000503000000020004" pitchFamily="2" charset="0"/>
              </a:rPr>
              <a:t>메흐라드</a:t>
            </a:r>
            <a:r>
              <a:rPr lang="ko-KR" altLang="en-US" sz="1200" b="1" dirty="0">
                <a:solidFill>
                  <a:srgbClr val="FFFFFF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ko-KR" sz="1200" b="1" dirty="0">
                <a:solidFill>
                  <a:srgbClr val="FFFFFF"/>
                </a:solidFill>
                <a:effectLst/>
                <a:latin typeface="Helvetica Neue" panose="02000503000000020004" pitchFamily="2" charset="0"/>
              </a:rPr>
              <a:t>(22213227)</a:t>
            </a:r>
          </a:p>
          <a:p>
            <a:r>
              <a:rPr lang="ko-KR" altLang="en-US" sz="1200" b="1" dirty="0" err="1">
                <a:solidFill>
                  <a:srgbClr val="FFFFFF"/>
                </a:solidFill>
                <a:effectLst/>
                <a:latin typeface="Helvetica Neue" panose="02000503000000020004" pitchFamily="2" charset="0"/>
              </a:rPr>
              <a:t>무곤드지</a:t>
            </a:r>
            <a:r>
              <a:rPr lang="ko-KR" altLang="en-US" sz="1200" b="1" dirty="0">
                <a:solidFill>
                  <a:srgbClr val="FFFFFF"/>
                </a:solidFill>
                <a:effectLst/>
                <a:latin typeface="Helvetica Neue" panose="02000503000000020004" pitchFamily="2" charset="0"/>
              </a:rPr>
              <a:t> 악셀 루카스 </a:t>
            </a:r>
            <a:r>
              <a:rPr lang="en-US" altLang="ko-KR" sz="1200" b="1" dirty="0">
                <a:solidFill>
                  <a:srgbClr val="FFFFFF"/>
                </a:solidFill>
                <a:effectLst/>
                <a:latin typeface="Helvetica Neue" panose="02000503000000020004" pitchFamily="2" charset="0"/>
              </a:rPr>
              <a:t>(22212083)</a:t>
            </a:r>
          </a:p>
          <a:p>
            <a:endParaRPr lang="en-US" altLang="ko-KR" sz="2000" dirty="0">
              <a:solidFill>
                <a:srgbClr val="AAC8FF"/>
              </a:solidFill>
            </a:endParaRPr>
          </a:p>
          <a:p>
            <a:endParaRPr sz="2000" dirty="0">
              <a:solidFill>
                <a:srgbClr val="AAC8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EBFF"/>
                </a:solidFill>
              </a:rPr>
              <a:t>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2D7E6"/>
                </a:solidFill>
              </a:defRPr>
            </a:pPr>
            <a:r>
              <a:t>• DailySoul: 매일 새로운 명언을 제공하는 동기부여 앱</a:t>
            </a:r>
          </a:p>
          <a:p>
            <a:pPr>
              <a:defRPr sz="1800">
                <a:solidFill>
                  <a:srgbClr val="D2D7E6"/>
                </a:solidFill>
              </a:defRPr>
            </a:pPr>
            <a:r>
              <a:t>• Jetpack Compose 기반 UI + MVVM 아키텍처</a:t>
            </a:r>
          </a:p>
          <a:p>
            <a:pPr>
              <a:defRPr sz="1800">
                <a:solidFill>
                  <a:srgbClr val="D2D7E6"/>
                </a:solidFill>
              </a:defRPr>
            </a:pPr>
            <a:r>
              <a:t>• Room DB, DataStore, WorkManager까지 실제 서비스 수준 구조 구현</a:t>
            </a:r>
          </a:p>
          <a:p>
            <a:pPr>
              <a:defRPr sz="1800">
                <a:solidFill>
                  <a:srgbClr val="D2D7E6"/>
                </a:solidFill>
              </a:defRPr>
            </a:pPr>
            <a:r>
              <a:t>• 이 발표에서는 각 계층별 핵심 코드를 보여줍니다.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EBFF"/>
                </a:solidFill>
              </a:rPr>
              <a:t>전체 아키텍처 흐름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2D7E6"/>
                </a:solidFill>
              </a:defRPr>
            </a:pPr>
            <a:r>
              <a:t>View (Compose 화면)</a:t>
            </a:r>
          </a:p>
          <a:p>
            <a:pPr>
              <a:defRPr sz="1800">
                <a:solidFill>
                  <a:srgbClr val="D2D7E6"/>
                </a:solidFill>
              </a:defRPr>
            </a:pPr>
            <a:r>
              <a:t>  ↓ StateFlow / 이벤트</a:t>
            </a:r>
          </a:p>
          <a:p>
            <a:pPr>
              <a:defRPr sz="1800">
                <a:solidFill>
                  <a:srgbClr val="D2D7E6"/>
                </a:solidFill>
              </a:defRPr>
            </a:pPr>
            <a:r>
              <a:t>ViewModel (QuoteViewModel)</a:t>
            </a:r>
          </a:p>
          <a:p>
            <a:pPr>
              <a:defRPr sz="1800">
                <a:solidFill>
                  <a:srgbClr val="D2D7E6"/>
                </a:solidFill>
              </a:defRPr>
            </a:pPr>
            <a:r>
              <a:t>  ↓ Repository 호출</a:t>
            </a:r>
          </a:p>
          <a:p>
            <a:pPr>
              <a:defRPr sz="1800">
                <a:solidFill>
                  <a:srgbClr val="D2D7E6"/>
                </a:solidFill>
              </a:defRPr>
            </a:pPr>
            <a:r>
              <a:t>Repository (QuoteRepository)</a:t>
            </a:r>
          </a:p>
          <a:p>
            <a:pPr>
              <a:defRPr sz="1800">
                <a:solidFill>
                  <a:srgbClr val="D2D7E6"/>
                </a:solidFill>
              </a:defRPr>
            </a:pPr>
            <a:r>
              <a:t>  ↓ DAO</a:t>
            </a:r>
          </a:p>
          <a:p>
            <a:pPr>
              <a:defRPr sz="1800">
                <a:solidFill>
                  <a:srgbClr val="D2D7E6"/>
                </a:solidFill>
              </a:defRPr>
            </a:pPr>
            <a:r>
              <a:t>Room Database (QuoteDao / QuoteDatabase)</a:t>
            </a:r>
          </a:p>
          <a:p>
            <a:pPr>
              <a:defRPr sz="1800">
                <a:solidFill>
                  <a:srgbClr val="D2D7E6"/>
                </a:solidFill>
              </a:defRPr>
            </a:pPr>
            <a:endParaRPr/>
          </a:p>
          <a:p>
            <a:pPr>
              <a:defRPr sz="1800">
                <a:solidFill>
                  <a:srgbClr val="D2D7E6"/>
                </a:solidFill>
              </a:defRPr>
            </a:pPr>
            <a:r>
              <a:t>+ DataStore: 사용자 설정(카테고리, 알림 시간)</a:t>
            </a:r>
          </a:p>
          <a:p>
            <a:pPr>
              <a:defRPr sz="1800">
                <a:solidFill>
                  <a:srgbClr val="D2D7E6"/>
                </a:solidFill>
              </a:defRPr>
            </a:pPr>
            <a:r>
              <a:t>+ WorkManager: 매일 랜덤 명언 알림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EBFF"/>
                </a:solidFill>
              </a:rPr>
              <a:t>데이터 모델 – Quote 엔티티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2D7E6"/>
                </a:solidFill>
              </a:defRPr>
            </a:pPr>
            <a:r>
              <a:t>Room Entity를 사용해 명언 데이터를 로컬에 저장합니다.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46158"/>
            <a:ext cx="7772400" cy="3474720"/>
          </a:xfrm>
          <a:prstGeom prst="rect">
            <a:avLst/>
          </a:prstGeom>
          <a:solidFill>
            <a:srgbClr val="1A1C28"/>
          </a:solidFill>
          <a:ln w="12700">
            <a:solidFill>
              <a:srgbClr val="46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6EBFA"/>
                </a:solidFill>
                <a:latin typeface="Consolas"/>
              </a:rPr>
              <a:t>@Entity(tableName = "quotes")</a:t>
            </a:r>
          </a:p>
          <a:p>
            <a:r>
              <a:rPr sz="1100">
                <a:solidFill>
                  <a:srgbClr val="E6EBFA"/>
                </a:solidFill>
                <a:latin typeface="Consolas"/>
              </a:rPr>
              <a:t>data class Quote(</a:t>
            </a:r>
          </a:p>
          <a:p>
            <a:r>
              <a:rPr sz="1100">
                <a:solidFill>
                  <a:srgbClr val="E6EBFA"/>
                </a:solidFill>
                <a:latin typeface="Consolas"/>
              </a:rPr>
              <a:t>    @PrimaryKey(autoGenerate = true) val id: Long = 0,</a:t>
            </a:r>
          </a:p>
          <a:p>
            <a:r>
              <a:rPr sz="1100">
                <a:solidFill>
                  <a:srgbClr val="E6EBFA"/>
                </a:solidFill>
                <a:latin typeface="Consolas"/>
              </a:rPr>
              <a:t>    val text: String,</a:t>
            </a:r>
          </a:p>
          <a:p>
            <a:r>
              <a:rPr sz="1100">
                <a:solidFill>
                  <a:srgbClr val="E6EBFA"/>
                </a:solidFill>
                <a:latin typeface="Consolas"/>
              </a:rPr>
              <a:t>    val author: String? = null,</a:t>
            </a:r>
          </a:p>
          <a:p>
            <a:r>
              <a:rPr sz="1100">
                <a:solidFill>
                  <a:srgbClr val="E6EBFA"/>
                </a:solidFill>
                <a:latin typeface="Consolas"/>
              </a:rPr>
              <a:t>    val categories: String? = null,</a:t>
            </a:r>
          </a:p>
          <a:p>
            <a:r>
              <a:rPr sz="1100">
                <a:solidFill>
                  <a:srgbClr val="E6EBFA"/>
                </a:solidFill>
                <a:latin typeface="Consolas"/>
              </a:rPr>
              <a:t>    val isFavorite: Boolean = false</a:t>
            </a:r>
          </a:p>
          <a:p>
            <a:r>
              <a:rPr sz="1100">
                <a:solidFill>
                  <a:srgbClr val="E6EBFA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EBFF"/>
                </a:solidFill>
              </a:rPr>
              <a:t>DAO – QuoteDao 핵심 코드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2D7E6"/>
                </a:solidFill>
              </a:defRPr>
            </a:pPr>
            <a:r>
              <a:t>랜덤 명언, 즐겨찾기 목록, 업데이트를 담당합니다.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25842"/>
            <a:ext cx="7772400" cy="3474720"/>
          </a:xfrm>
          <a:prstGeom prst="rect">
            <a:avLst/>
          </a:prstGeom>
          <a:solidFill>
            <a:srgbClr val="1A1C28"/>
          </a:solidFill>
          <a:ln w="12700">
            <a:solidFill>
              <a:srgbClr val="46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6EBFA"/>
                </a:solidFill>
                <a:latin typeface="Consolas"/>
              </a:rPr>
              <a:t>@Dao</a:t>
            </a:r>
          </a:p>
          <a:p>
            <a:r>
              <a:rPr sz="1100">
                <a:solidFill>
                  <a:srgbClr val="E6EBFA"/>
                </a:solidFill>
                <a:latin typeface="Consolas"/>
              </a:rPr>
              <a:t>interface QuoteDao {</a:t>
            </a:r>
          </a:p>
          <a:p>
            <a:endParaRPr sz="1100">
              <a:solidFill>
                <a:srgbClr val="E6EBFA"/>
              </a:solidFill>
              <a:latin typeface="Consolas"/>
            </a:endParaRPr>
          </a:p>
          <a:p>
            <a:r>
              <a:rPr sz="1100">
                <a:solidFill>
                  <a:srgbClr val="E6EBFA"/>
                </a:solidFill>
                <a:latin typeface="Consolas"/>
              </a:rPr>
              <a:t>    @Query("SELECT * FROM quotes ORDER BY RANDOM() LIMIT 1")</a:t>
            </a:r>
          </a:p>
          <a:p>
            <a:r>
              <a:rPr sz="1100">
                <a:solidFill>
                  <a:srgbClr val="E6EBFA"/>
                </a:solidFill>
                <a:latin typeface="Consolas"/>
              </a:rPr>
              <a:t>    suspend fun getRandomQuote(): Quote?</a:t>
            </a:r>
          </a:p>
          <a:p>
            <a:endParaRPr sz="1100">
              <a:solidFill>
                <a:srgbClr val="E6EBFA"/>
              </a:solidFill>
              <a:latin typeface="Consolas"/>
            </a:endParaRPr>
          </a:p>
          <a:p>
            <a:r>
              <a:rPr sz="1100">
                <a:solidFill>
                  <a:srgbClr val="E6EBFA"/>
                </a:solidFill>
                <a:latin typeface="Consolas"/>
              </a:rPr>
              <a:t>    @Query("SELECT * FROM quotes WHERE isFavorite = 1 ORDER BY id")</a:t>
            </a:r>
          </a:p>
          <a:p>
            <a:r>
              <a:rPr sz="1100">
                <a:solidFill>
                  <a:srgbClr val="E6EBFA"/>
                </a:solidFill>
                <a:latin typeface="Consolas"/>
              </a:rPr>
              <a:t>    fun getFavoriteQuotes(): Flow&lt;List&lt;Quote&gt;&gt;</a:t>
            </a:r>
          </a:p>
          <a:p>
            <a:endParaRPr sz="1100">
              <a:solidFill>
                <a:srgbClr val="E6EBFA"/>
              </a:solidFill>
              <a:latin typeface="Consolas"/>
            </a:endParaRPr>
          </a:p>
          <a:p>
            <a:r>
              <a:rPr sz="1100">
                <a:solidFill>
                  <a:srgbClr val="E6EBFA"/>
                </a:solidFill>
                <a:latin typeface="Consolas"/>
              </a:rPr>
              <a:t>    @Update</a:t>
            </a:r>
          </a:p>
          <a:p>
            <a:r>
              <a:rPr sz="1100">
                <a:solidFill>
                  <a:srgbClr val="E6EBFA"/>
                </a:solidFill>
                <a:latin typeface="Consolas"/>
              </a:rPr>
              <a:t>    suspend fun update(quote: Quote)</a:t>
            </a:r>
          </a:p>
          <a:p>
            <a:r>
              <a:rPr sz="1100">
                <a:solidFill>
                  <a:srgbClr val="E6EBF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EBFF"/>
                </a:solidFill>
              </a:rPr>
              <a:t>Repository – QuoteRepository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2D7E6"/>
                </a:solidFill>
              </a:defRPr>
            </a:pPr>
            <a:r>
              <a:t>ViewModel이 직접 DB에 접근하지 않고 Repository를 통해 통신하도록 구성했습니다.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430379"/>
            <a:ext cx="7772400" cy="3474720"/>
          </a:xfrm>
          <a:prstGeom prst="rect">
            <a:avLst/>
          </a:prstGeom>
          <a:solidFill>
            <a:srgbClr val="1A1C28"/>
          </a:solidFill>
          <a:ln w="12700">
            <a:solidFill>
              <a:srgbClr val="46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dirty="0">
                <a:solidFill>
                  <a:srgbClr val="E6EBFA"/>
                </a:solidFill>
                <a:latin typeface="Consolas"/>
              </a:rPr>
              <a:t>class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QuoteRepository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(private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val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dao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QuoteDao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) {</a:t>
            </a:r>
          </a:p>
          <a:p>
            <a:endParaRPr sz="1100" dirty="0">
              <a:solidFill>
                <a:srgbClr val="E6EBFA"/>
              </a:solidFill>
              <a:latin typeface="Consolas"/>
            </a:endParaRP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fun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favoriteQuotes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(): Flow&lt;List&lt;Quote&gt;&gt; =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dao.getFavoriteQuotes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()</a:t>
            </a:r>
          </a:p>
          <a:p>
            <a:endParaRPr sz="1100" dirty="0">
              <a:solidFill>
                <a:srgbClr val="E6EBFA"/>
              </a:solidFill>
              <a:latin typeface="Consolas"/>
            </a:endParaRP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suspend fun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getRandomQuote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(): Quote? =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dao.getRandomQuote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()</a:t>
            </a:r>
          </a:p>
          <a:p>
            <a:endParaRPr sz="1100" dirty="0">
              <a:solidFill>
                <a:srgbClr val="E6EBFA"/>
              </a:solidFill>
              <a:latin typeface="Consolas"/>
            </a:endParaRP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suspend fun update(quote: Quote) =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dao.update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(quote)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EBFF"/>
                </a:solidFill>
              </a:rPr>
              <a:t>ViewModel – 상태 관리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2D7E6"/>
                </a:solidFill>
              </a:defRPr>
            </a:pPr>
            <a:r>
              <a:rPr dirty="0" err="1"/>
              <a:t>랜덤</a:t>
            </a:r>
            <a:r>
              <a:rPr dirty="0"/>
              <a:t> </a:t>
            </a:r>
            <a:r>
              <a:rPr dirty="0" err="1"/>
              <a:t>명언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즐겨찾기</a:t>
            </a:r>
            <a:r>
              <a:rPr dirty="0"/>
              <a:t> </a:t>
            </a:r>
            <a:r>
              <a:rPr dirty="0" err="1"/>
              <a:t>토글을</a:t>
            </a:r>
            <a:r>
              <a:rPr dirty="0"/>
              <a:t> </a:t>
            </a:r>
            <a:r>
              <a:rPr dirty="0" err="1"/>
              <a:t>담당하는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로직입니다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25821"/>
            <a:ext cx="7772400" cy="3474720"/>
          </a:xfrm>
          <a:prstGeom prst="rect">
            <a:avLst/>
          </a:prstGeom>
          <a:solidFill>
            <a:srgbClr val="1A1C28"/>
          </a:solidFill>
          <a:ln w="12700">
            <a:solidFill>
              <a:srgbClr val="46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dirty="0">
                <a:solidFill>
                  <a:srgbClr val="E6EBFA"/>
                </a:solidFill>
                <a:latin typeface="Consolas"/>
              </a:rPr>
              <a:t>class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QuoteViewModel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private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val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repo: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QuoteRepository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,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private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val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prefs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PreferencesManager</a:t>
            </a:r>
            <a:endParaRPr sz="1100" dirty="0">
              <a:solidFill>
                <a:srgbClr val="E6EBFA"/>
              </a:solidFill>
              <a:latin typeface="Consolas"/>
            </a:endParaRP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) :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ViewModel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() {</a:t>
            </a:r>
          </a:p>
          <a:p>
            <a:endParaRPr sz="1100" dirty="0">
              <a:solidFill>
                <a:srgbClr val="E6EBFA"/>
              </a:solidFill>
              <a:latin typeface="Consolas"/>
            </a:endParaRP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private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val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_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randomQuote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=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MutableStateFlow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&lt;Quote?&gt;(null)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val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randomQuote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StateFlow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&lt;Quote?&gt; = _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randomQuote</a:t>
            </a:r>
            <a:endParaRPr sz="1100" dirty="0">
              <a:solidFill>
                <a:srgbClr val="E6EBFA"/>
              </a:solidFill>
              <a:latin typeface="Consolas"/>
            </a:endParaRPr>
          </a:p>
          <a:p>
            <a:endParaRPr sz="1100" dirty="0">
              <a:solidFill>
                <a:srgbClr val="E6EBFA"/>
              </a:solidFill>
              <a:latin typeface="Consolas"/>
            </a:endParaRP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fun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loadRandomQuote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() {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viewModelScope.launch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{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    _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randomQuote.value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=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repo.getRandomQuote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()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}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}</a:t>
            </a:r>
          </a:p>
          <a:p>
            <a:endParaRPr sz="1100" dirty="0">
              <a:solidFill>
                <a:srgbClr val="E6EBFA"/>
              </a:solidFill>
              <a:latin typeface="Consolas"/>
            </a:endParaRP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fun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toggleFavorite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(q: Quote) {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viewModelScope.launch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{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repo.update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q.copy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isFavorite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= !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q.isFavorite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))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}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}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EBFF"/>
                </a:solidFill>
              </a:rPr>
              <a:t>ViewModel – DataStore 연동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2D7E6"/>
                </a:solidFill>
              </a:defRPr>
            </a:pPr>
            <a:r>
              <a:t>알림 시간과 카테고리를 DataStore에 저장하고 불러옵니다.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73969"/>
            <a:ext cx="7772400" cy="3474720"/>
          </a:xfrm>
          <a:prstGeom prst="rect">
            <a:avLst/>
          </a:prstGeom>
          <a:solidFill>
            <a:srgbClr val="1A1C28"/>
          </a:solidFill>
          <a:ln w="12700">
            <a:solidFill>
              <a:srgbClr val="46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dirty="0" err="1">
                <a:solidFill>
                  <a:srgbClr val="E6EBFA"/>
                </a:solidFill>
                <a:latin typeface="Consolas"/>
              </a:rPr>
              <a:t>val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notificationTime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StateFlow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&lt;Pair&lt;Int, Int&gt;&gt; =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prefs.notificationTime.stateIn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viewModelScope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,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SharingStarted.Lazily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,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9 to 0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)</a:t>
            </a:r>
          </a:p>
          <a:p>
            <a:endParaRPr sz="1100" dirty="0">
              <a:solidFill>
                <a:srgbClr val="E6EBFA"/>
              </a:solidFill>
              <a:latin typeface="Consolas"/>
            </a:endParaRP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fun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setNotificationTime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(hour: Int, minute: Int) {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viewModelScope.launch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{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prefs.setNotificationTime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(hour, minute)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}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}</a:t>
            </a:r>
          </a:p>
          <a:p>
            <a:endParaRPr sz="1100" dirty="0">
              <a:solidFill>
                <a:srgbClr val="E6EBFA"/>
              </a:solidFill>
              <a:latin typeface="Consolas"/>
            </a:endParaRP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fun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setSelectedCategories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(csv: String) {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viewModelScope.launch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{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prefs.setSelectedCategories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(csv)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}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EBFF"/>
                </a:solidFill>
              </a:rPr>
              <a:t>PreferencesManager – DataStore 구현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2D7E6"/>
                </a:solidFill>
              </a:defRPr>
            </a:pPr>
            <a:r>
              <a:t>사용자 설정을 비동기적으로 안전하게 저장합니다.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2282232"/>
            <a:ext cx="8001000" cy="3843931"/>
          </a:xfrm>
          <a:prstGeom prst="rect">
            <a:avLst/>
          </a:prstGeom>
          <a:solidFill>
            <a:srgbClr val="1A1C28"/>
          </a:solidFill>
          <a:ln w="12700">
            <a:solidFill>
              <a:srgbClr val="46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dirty="0">
                <a:solidFill>
                  <a:srgbClr val="E6EBFA"/>
                </a:solidFill>
                <a:latin typeface="Consolas"/>
              </a:rPr>
              <a:t>class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PreferencesManager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(private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val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context: Context) {</a:t>
            </a:r>
          </a:p>
          <a:p>
            <a:endParaRPr sz="1100" dirty="0">
              <a:solidFill>
                <a:srgbClr val="E6EBFA"/>
              </a:solidFill>
              <a:latin typeface="Consolas"/>
            </a:endParaRP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val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notificationTime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: Flow&lt;Pair&lt;Int, Int&gt;&gt; =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context.dataStore.data.map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{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prefs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-&gt;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val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hour =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prefs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[KEY_NOTIFICATION_HOUR] ?: 9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val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minute =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prefs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[KEY_NOTIFICATION_MINUTE] ?: 0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    hour to minute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}</a:t>
            </a:r>
          </a:p>
          <a:p>
            <a:endParaRPr sz="1100" dirty="0">
              <a:solidFill>
                <a:srgbClr val="E6EBFA"/>
              </a:solidFill>
              <a:latin typeface="Consolas"/>
            </a:endParaRP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suspend fun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setNotificationTime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(hour: Int, minute: Int) {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context.dataStore.edit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{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prefs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-&gt;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prefs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[KEY_NOTIFICATION_HOUR] = hour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prefs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[KEY_NOTIFICATION_MINUTE] = minute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}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}</a:t>
            </a:r>
          </a:p>
          <a:p>
            <a:endParaRPr sz="1100" dirty="0">
              <a:solidFill>
                <a:srgbClr val="E6EBFA"/>
              </a:solidFill>
              <a:latin typeface="Consolas"/>
            </a:endParaRP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suspend fun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setSelectedCategories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(csv: String) {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context.dataStore.edit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{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prefs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-&gt;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prefs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[KEY_SELECTED_CATEGORIES] = csv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}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}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solidFill>
                  <a:srgbClr val="DCEBFF"/>
                </a:solidFill>
              </a:rPr>
              <a:t>Onboarding – </a:t>
            </a:r>
            <a:r>
              <a:rPr sz="3200" b="1" dirty="0" err="1">
                <a:solidFill>
                  <a:srgbClr val="DCEBFF"/>
                </a:solidFill>
              </a:rPr>
              <a:t>카테고리</a:t>
            </a:r>
            <a:r>
              <a:rPr sz="3200" b="1" dirty="0">
                <a:solidFill>
                  <a:srgbClr val="DCEBFF"/>
                </a:solidFill>
              </a:rPr>
              <a:t> </a:t>
            </a:r>
            <a:r>
              <a:rPr sz="3200" b="1" dirty="0" err="1">
                <a:solidFill>
                  <a:srgbClr val="DCEBFF"/>
                </a:solidFill>
              </a:rPr>
              <a:t>선택</a:t>
            </a:r>
            <a:r>
              <a:rPr sz="3200" b="1" dirty="0">
                <a:solidFill>
                  <a:srgbClr val="DCEBFF"/>
                </a:solidFill>
              </a:rPr>
              <a:t> &amp; </a:t>
            </a:r>
            <a:r>
              <a:rPr sz="3200" b="1" dirty="0" err="1">
                <a:solidFill>
                  <a:srgbClr val="DCEBFF"/>
                </a:solidFill>
              </a:rPr>
              <a:t>저장</a:t>
            </a:r>
            <a:endParaRPr sz="3200" b="1" dirty="0">
              <a:solidFill>
                <a:srgbClr val="DCEB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2D7E6"/>
                </a:solidFill>
              </a:defRPr>
            </a:pPr>
            <a:r>
              <a:t>선택된 카테고리를 CSV 문자열로 저장한 뒤 홈 화면으로 이동합니다.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86000"/>
            <a:ext cx="7772400" cy="3474720"/>
          </a:xfrm>
          <a:prstGeom prst="rect">
            <a:avLst/>
          </a:prstGeom>
          <a:solidFill>
            <a:srgbClr val="1A1C28"/>
          </a:solidFill>
          <a:ln w="12700">
            <a:solidFill>
              <a:srgbClr val="46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dirty="0">
                <a:solidFill>
                  <a:srgbClr val="E6EBFA"/>
                </a:solidFill>
                <a:latin typeface="Consolas"/>
              </a:rPr>
              <a:t>Button(</a:t>
            </a:r>
            <a:endParaRPr lang="en-US" sz="1100" dirty="0">
              <a:solidFill>
                <a:srgbClr val="E6EBFA"/>
              </a:solidFill>
              <a:latin typeface="Consolas"/>
            </a:endParaRPr>
          </a:p>
          <a:p>
            <a:r>
              <a:rPr lang="en-KR" sz="1100" dirty="0">
                <a:solidFill>
                  <a:srgbClr val="E6EBFA"/>
                </a:solidFill>
                <a:latin typeface="Consolas"/>
              </a:rPr>
              <a:t>    </a:t>
            </a:r>
            <a:r>
              <a:rPr lang="en-US" sz="1100" dirty="0" err="1">
                <a:solidFill>
                  <a:srgbClr val="E6EBFA"/>
                </a:solidFill>
                <a:latin typeface="Consolas"/>
              </a:rPr>
              <a:t>onClick</a:t>
            </a:r>
            <a:r>
              <a:rPr lang="en-US" sz="1100" dirty="0">
                <a:solidFill>
                  <a:srgbClr val="E6EBFA"/>
                </a:solidFill>
                <a:latin typeface="Consolas"/>
              </a:rPr>
              <a:t> = {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val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csv =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selected.joinToString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(",")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viewModel.setSelectedCategories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(csv)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navController.navigate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Screen.Home.name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) {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popUpTo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Screen.Onboarding.name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) { inclusive = true }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}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},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enabled =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selected.isNotEmpty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()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) {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Text("Continue")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9D4DF-2615-185A-D963-08D26511A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DCEBFF"/>
                </a:solidFill>
              </a:rPr>
              <a:t>Onboarding overview</a:t>
            </a:r>
            <a:br>
              <a:rPr lang="en-US" b="1" dirty="0">
                <a:solidFill>
                  <a:srgbClr val="DCEBFF"/>
                </a:solidFill>
              </a:rPr>
            </a:br>
            <a:endParaRPr lang="en-US" dirty="0"/>
          </a:p>
        </p:txBody>
      </p:sp>
      <p:pic>
        <p:nvPicPr>
          <p:cNvPr id="5" name="Content Placeholder 4" descr="A screenshot of a phone&#10;&#10;AI-generated content may be incorrect.">
            <a:extLst>
              <a:ext uri="{FF2B5EF4-FFF2-40B4-BE49-F238E27FC236}">
                <a16:creationId xmlns:a16="http://schemas.microsoft.com/office/drawing/2014/main" id="{216F8E1C-C914-16F1-7413-1712E98439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0628" y="1600200"/>
            <a:ext cx="2862743" cy="4525963"/>
          </a:xfrm>
        </p:spPr>
      </p:pic>
    </p:spTree>
    <p:extLst>
      <p:ext uri="{BB962C8B-B14F-4D97-AF65-F5344CB8AC3E}">
        <p14:creationId xmlns:p14="http://schemas.microsoft.com/office/powerpoint/2010/main" val="3401012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solidFill>
                  <a:srgbClr val="DCEBFF"/>
                </a:solidFill>
              </a:rPr>
              <a:t>Home </a:t>
            </a:r>
            <a:r>
              <a:rPr sz="3200" b="1" dirty="0" err="1">
                <a:solidFill>
                  <a:srgbClr val="DCEBFF"/>
                </a:solidFill>
              </a:rPr>
              <a:t>화면</a:t>
            </a:r>
            <a:r>
              <a:rPr sz="3200" b="1" dirty="0">
                <a:solidFill>
                  <a:srgbClr val="DCEBFF"/>
                </a:solidFill>
              </a:rPr>
              <a:t> – </a:t>
            </a:r>
            <a:r>
              <a:rPr sz="3200" b="1" dirty="0" err="1">
                <a:solidFill>
                  <a:srgbClr val="DCEBFF"/>
                </a:solidFill>
              </a:rPr>
              <a:t>랜덤</a:t>
            </a:r>
            <a:r>
              <a:rPr sz="3200" b="1" dirty="0">
                <a:solidFill>
                  <a:srgbClr val="DCEBFF"/>
                </a:solidFill>
              </a:rPr>
              <a:t> </a:t>
            </a:r>
            <a:r>
              <a:rPr sz="3200" b="1" dirty="0" err="1">
                <a:solidFill>
                  <a:srgbClr val="DCEBFF"/>
                </a:solidFill>
              </a:rPr>
              <a:t>명언</a:t>
            </a:r>
            <a:r>
              <a:rPr sz="3200" b="1" dirty="0">
                <a:solidFill>
                  <a:srgbClr val="DCEBFF"/>
                </a:solidFill>
              </a:rPr>
              <a:t> </a:t>
            </a:r>
            <a:r>
              <a:rPr sz="3200" b="1" dirty="0" err="1">
                <a:solidFill>
                  <a:srgbClr val="DCEBFF"/>
                </a:solidFill>
              </a:rPr>
              <a:t>표시</a:t>
            </a:r>
            <a:endParaRPr sz="3200" b="1" dirty="0">
              <a:solidFill>
                <a:srgbClr val="DCEB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2D7E6"/>
                </a:solidFill>
              </a:defRPr>
            </a:pPr>
            <a:r>
              <a:t>ViewModel에서 가져온 StateFlow를 Compose에서 관찰합니다.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1953" y="2189747"/>
            <a:ext cx="7938435" cy="3703321"/>
          </a:xfrm>
          <a:prstGeom prst="rect">
            <a:avLst/>
          </a:prstGeom>
          <a:solidFill>
            <a:srgbClr val="1A1C28"/>
          </a:solidFill>
          <a:ln w="12700">
            <a:solidFill>
              <a:srgbClr val="465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dirty="0">
                <a:solidFill>
                  <a:srgbClr val="E6EBFA"/>
                </a:solidFill>
                <a:latin typeface="Consolas"/>
              </a:rPr>
              <a:t>@Composable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fun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HomeScreen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navController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NavHostController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,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viewModel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QuoteViewModel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) {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val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randomQuote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by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viewModel.randomQuote.collectAsState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()</a:t>
            </a:r>
          </a:p>
          <a:p>
            <a:endParaRPr sz="1100" dirty="0">
              <a:solidFill>
                <a:srgbClr val="E6EBFA"/>
              </a:solidFill>
              <a:latin typeface="Consolas"/>
            </a:endParaRP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LaunchedEffect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(Unit) {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viewModel.loadRandomQuote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()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}</a:t>
            </a:r>
          </a:p>
          <a:p>
            <a:endParaRPr sz="1100" dirty="0">
              <a:solidFill>
                <a:srgbClr val="E6EBFA"/>
              </a:solidFill>
              <a:latin typeface="Consolas"/>
            </a:endParaRP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// ...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레이아웃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코드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생략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...</a:t>
            </a:r>
          </a:p>
          <a:p>
            <a:endParaRPr sz="1100" dirty="0">
              <a:solidFill>
                <a:srgbClr val="E6EBFA"/>
              </a:solidFill>
              <a:latin typeface="Consolas"/>
            </a:endParaRP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Text(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text =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randomQuote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?.text ?: "Loading your daily quote...",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style =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MaterialTheme.typography.headlineMedium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,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textAlign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=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TextAlign.Center</a:t>
            </a:r>
            <a:endParaRPr sz="1100" dirty="0">
              <a:solidFill>
                <a:srgbClr val="E6EBFA"/>
              </a:solidFill>
              <a:latin typeface="Consolas"/>
            </a:endParaRP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)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Text(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text =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randomQuote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?.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author?.let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{ "— $it" } ?: "",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style =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MaterialTheme.typography.bodyMedium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,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textAlign</a:t>
            </a:r>
            <a:r>
              <a:rPr sz="1100" dirty="0">
                <a:solidFill>
                  <a:srgbClr val="E6EBFA"/>
                </a:solidFill>
                <a:latin typeface="Consolas"/>
              </a:rPr>
              <a:t> = </a:t>
            </a:r>
            <a:r>
              <a:rPr sz="1100" dirty="0" err="1">
                <a:solidFill>
                  <a:srgbClr val="E6EBFA"/>
                </a:solidFill>
                <a:latin typeface="Consolas"/>
              </a:rPr>
              <a:t>TextAlign.Center</a:t>
            </a:r>
            <a:endParaRPr sz="1100" dirty="0">
              <a:solidFill>
                <a:srgbClr val="E6EBFA"/>
              </a:solidFill>
              <a:latin typeface="Consolas"/>
            </a:endParaRP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    )</a:t>
            </a:r>
          </a:p>
          <a:p>
            <a:r>
              <a:rPr sz="1100" dirty="0">
                <a:solidFill>
                  <a:srgbClr val="E6EBF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55CDE-ACBB-3D39-D33C-DDDB4CAF4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0031D-5B40-4E97-8004-550297216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solidFill>
                  <a:srgbClr val="DCEBFF"/>
                </a:solidFill>
              </a:rPr>
              <a:t>Home overview</a:t>
            </a:r>
            <a:br>
              <a:rPr lang="en-US" b="1" dirty="0">
                <a:solidFill>
                  <a:srgbClr val="DCEBFF"/>
                </a:solidFill>
              </a:rPr>
            </a:br>
            <a:endParaRPr lang="en-US" dirty="0"/>
          </a:p>
        </p:txBody>
      </p:sp>
      <p:pic>
        <p:nvPicPr>
          <p:cNvPr id="7" name="Content Placeholder 6" descr="A screenshot of a quote&#10;&#10;AI-generated content may be incorrect.">
            <a:extLst>
              <a:ext uri="{FF2B5EF4-FFF2-40B4-BE49-F238E27FC236}">
                <a16:creationId xmlns:a16="http://schemas.microsoft.com/office/drawing/2014/main" id="{2A082325-6FFF-C81E-2985-F175A8B1ED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5517" y="1166018"/>
            <a:ext cx="2619597" cy="4525963"/>
          </a:xfrm>
        </p:spPr>
      </p:pic>
    </p:spTree>
    <p:extLst>
      <p:ext uri="{BB962C8B-B14F-4D97-AF65-F5344CB8AC3E}">
        <p14:creationId xmlns:p14="http://schemas.microsoft.com/office/powerpoint/2010/main" val="2114635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DCEBFF"/>
                </a:solidFill>
              </a:rPr>
              <a:t>Favorites Screen</a:t>
            </a:r>
            <a:endParaRPr sz="3200" b="1" dirty="0">
              <a:solidFill>
                <a:srgbClr val="DCEB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2D7E6"/>
                </a:solidFill>
              </a:defRPr>
            </a:pPr>
            <a:r>
              <a:rPr lang="ko-KR" altLang="en-US" dirty="0"/>
              <a:t>사용자는 많은 인용문을 좋아할 수 있으며</a:t>
            </a:r>
            <a:r>
              <a:rPr lang="en-US" altLang="ko-KR" dirty="0"/>
              <a:t>, </a:t>
            </a:r>
            <a:r>
              <a:rPr lang="ko-KR" altLang="en-US" dirty="0"/>
              <a:t>그가 좋아하는 인용문은 반드시 검색해야 합니다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8E2F1E-25E3-78AF-7629-564613ACF44F}"/>
              </a:ext>
            </a:extLst>
          </p:cNvPr>
          <p:cNvSpPr txBox="1"/>
          <p:nvPr/>
        </p:nvSpPr>
        <p:spPr>
          <a:xfrm>
            <a:off x="457200" y="2634343"/>
            <a:ext cx="83602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// </a:t>
            </a:r>
            <a:r>
              <a:rPr lang="en-US" dirty="0" err="1">
                <a:solidFill>
                  <a:schemeClr val="bg1"/>
                </a:solidFill>
              </a:rPr>
              <a:t>FavoriteScreen.kt</a:t>
            </a:r>
            <a:r>
              <a:rPr lang="en-US" dirty="0">
                <a:solidFill>
                  <a:schemeClr val="bg1"/>
                </a:solidFill>
              </a:rPr>
              <a:t> (extrait)</a:t>
            </a:r>
          </a:p>
          <a:p>
            <a:r>
              <a:rPr lang="en-US" dirty="0">
                <a:solidFill>
                  <a:schemeClr val="bg1"/>
                </a:solidFill>
              </a:rPr>
              <a:t>@Composable</a:t>
            </a:r>
          </a:p>
          <a:p>
            <a:r>
              <a:rPr lang="en-US" dirty="0">
                <a:solidFill>
                  <a:schemeClr val="bg1"/>
                </a:solidFill>
              </a:rPr>
              <a:t>fun </a:t>
            </a:r>
            <a:r>
              <a:rPr lang="en-US" dirty="0" err="1">
                <a:solidFill>
                  <a:schemeClr val="bg1"/>
                </a:solidFill>
              </a:rPr>
              <a:t>FavoriteScreen</a:t>
            </a:r>
            <a:r>
              <a:rPr lang="en-US" dirty="0">
                <a:solidFill>
                  <a:schemeClr val="bg1"/>
                </a:solidFill>
              </a:rPr>
              <a:t>(...) {</a:t>
            </a:r>
          </a:p>
          <a:p>
            <a:r>
              <a:rPr lang="en-US" dirty="0">
                <a:solidFill>
                  <a:schemeClr val="bg1"/>
                </a:solidFill>
              </a:rPr>
              <a:t>    Column {</a:t>
            </a:r>
          </a:p>
          <a:p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lang="en-US" dirty="0" err="1">
                <a:solidFill>
                  <a:schemeClr val="bg1"/>
                </a:solidFill>
              </a:rPr>
              <a:t>favorites.forEach</a:t>
            </a:r>
            <a:r>
              <a:rPr lang="en-US" dirty="0">
                <a:solidFill>
                  <a:schemeClr val="bg1"/>
                </a:solidFill>
              </a:rPr>
              <a:t> { quote -&gt;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// Display each favorite quote with a remove button</a:t>
            </a:r>
          </a:p>
          <a:p>
            <a:r>
              <a:rPr lang="en-US" dirty="0">
                <a:solidFill>
                  <a:schemeClr val="bg1"/>
                </a:solidFill>
              </a:rPr>
              <a:t>        }</a:t>
            </a:r>
          </a:p>
          <a:p>
            <a:r>
              <a:rPr lang="en-US" dirty="0">
                <a:solidFill>
                  <a:schemeClr val="bg1"/>
                </a:solidFill>
              </a:rPr>
              <a:t>    }</a:t>
            </a: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B07ACD-7CCD-59FF-94C1-3E79D5D7C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ABB32-3FBC-AB91-1144-23DD4EA42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DCEBFF"/>
                </a:solidFill>
              </a:rPr>
              <a:t>Favorites Screen</a:t>
            </a:r>
            <a:endParaRPr sz="3200" b="1" dirty="0">
              <a:solidFill>
                <a:srgbClr val="DCEBFF"/>
              </a:solidFill>
            </a:endParaRPr>
          </a:p>
        </p:txBody>
      </p:sp>
      <p:pic>
        <p:nvPicPr>
          <p:cNvPr id="5" name="Content Placeholder 4" descr="A screenshot of a chat&#10;&#10;AI-generated content may be incorrect.">
            <a:extLst>
              <a:ext uri="{FF2B5EF4-FFF2-40B4-BE49-F238E27FC236}">
                <a16:creationId xmlns:a16="http://schemas.microsoft.com/office/drawing/2014/main" id="{75268DA8-6041-F828-9548-6638DCEB8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9649" y="1424779"/>
            <a:ext cx="3684701" cy="5158583"/>
          </a:xfrm>
        </p:spPr>
      </p:pic>
    </p:spTree>
    <p:extLst>
      <p:ext uri="{BB962C8B-B14F-4D97-AF65-F5344CB8AC3E}">
        <p14:creationId xmlns:p14="http://schemas.microsoft.com/office/powerpoint/2010/main" val="242214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DCEBFF"/>
                </a:solidFill>
              </a:rPr>
              <a:t>Settings Screen</a:t>
            </a:r>
            <a:endParaRPr sz="3200" b="1" dirty="0">
              <a:solidFill>
                <a:srgbClr val="DCEB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99657"/>
            <a:ext cx="8229600" cy="3426506"/>
          </a:xfrm>
        </p:spPr>
        <p:txBody>
          <a:bodyPr/>
          <a:lstStyle/>
          <a:p>
            <a:pPr marL="0" indent="0">
              <a:buNone/>
              <a:defRPr sz="1800">
                <a:solidFill>
                  <a:srgbClr val="D2D7E6"/>
                </a:solidFill>
              </a:defRPr>
            </a:pPr>
            <a:r>
              <a:rPr lang="en-US" dirty="0"/>
              <a:t>// </a:t>
            </a:r>
            <a:r>
              <a:rPr lang="en-US" dirty="0" err="1"/>
              <a:t>FavoriteScreen.kt</a:t>
            </a:r>
            <a:r>
              <a:rPr lang="en-US" dirty="0"/>
              <a:t> </a:t>
            </a:r>
          </a:p>
          <a:p>
            <a:pPr marL="0" indent="0">
              <a:buNone/>
              <a:defRPr sz="1800">
                <a:solidFill>
                  <a:srgbClr val="D2D7E6"/>
                </a:solidFill>
              </a:defRPr>
            </a:pPr>
            <a:r>
              <a:rPr lang="en-US" dirty="0"/>
              <a:t>@Composable</a:t>
            </a:r>
          </a:p>
          <a:p>
            <a:pPr marL="0" indent="0">
              <a:buNone/>
              <a:defRPr sz="1800">
                <a:solidFill>
                  <a:srgbClr val="D2D7E6"/>
                </a:solidFill>
              </a:defRPr>
            </a:pPr>
            <a:r>
              <a:rPr lang="en-US" dirty="0"/>
              <a:t>fun </a:t>
            </a:r>
            <a:r>
              <a:rPr lang="en-US" dirty="0" err="1"/>
              <a:t>FavoriteScreen</a:t>
            </a:r>
            <a:r>
              <a:rPr lang="en-US" dirty="0"/>
              <a:t>(...) {</a:t>
            </a:r>
          </a:p>
          <a:p>
            <a:pPr marL="0" indent="0">
              <a:buNone/>
              <a:defRPr sz="1800">
                <a:solidFill>
                  <a:srgbClr val="D2D7E6"/>
                </a:solidFill>
              </a:defRPr>
            </a:pPr>
            <a:r>
              <a:rPr lang="en-US" dirty="0"/>
              <a:t>    Column {</a:t>
            </a:r>
          </a:p>
          <a:p>
            <a:pPr marL="0" indent="0">
              <a:buNone/>
              <a:defRPr sz="1800">
                <a:solidFill>
                  <a:srgbClr val="D2D7E6"/>
                </a:solidFill>
              </a:defRPr>
            </a:pPr>
            <a:r>
              <a:rPr lang="en-US" dirty="0"/>
              <a:t>        </a:t>
            </a:r>
            <a:r>
              <a:rPr lang="en-US" dirty="0" err="1"/>
              <a:t>favorites.forEach</a:t>
            </a:r>
            <a:r>
              <a:rPr lang="en-US" dirty="0"/>
              <a:t> { quote -&gt;</a:t>
            </a:r>
          </a:p>
          <a:p>
            <a:pPr marL="0" indent="0">
              <a:buNone/>
              <a:defRPr sz="1800">
                <a:solidFill>
                  <a:srgbClr val="D2D7E6"/>
                </a:solidFill>
              </a:defRPr>
            </a:pPr>
            <a:r>
              <a:rPr lang="en-US" dirty="0"/>
              <a:t>            // Display each favorite quote with a remove button</a:t>
            </a:r>
          </a:p>
          <a:p>
            <a:pPr marL="0" indent="0">
              <a:buNone/>
              <a:defRPr sz="1800">
                <a:solidFill>
                  <a:srgbClr val="D2D7E6"/>
                </a:solidFill>
              </a:defRPr>
            </a:pPr>
            <a:r>
              <a:rPr lang="en-US" dirty="0"/>
              <a:t>        }</a:t>
            </a:r>
          </a:p>
          <a:p>
            <a:pPr marL="0" indent="0">
              <a:buNone/>
              <a:defRPr sz="1800">
                <a:solidFill>
                  <a:srgbClr val="D2D7E6"/>
                </a:solidFill>
              </a:defRPr>
            </a:pPr>
            <a:r>
              <a:rPr lang="en-US" dirty="0"/>
              <a:t>    }</a:t>
            </a:r>
          </a:p>
          <a:p>
            <a:pPr marL="0" indent="0">
              <a:buNone/>
              <a:defRPr sz="1800">
                <a:solidFill>
                  <a:srgbClr val="D2D7E6"/>
                </a:solidFill>
              </a:defRPr>
            </a:pPr>
            <a:r>
              <a:rPr lang="en-US" dirty="0"/>
              <a:t>}</a:t>
            </a:r>
          </a:p>
          <a:p>
            <a:pPr marL="0" indent="0">
              <a:buNone/>
              <a:defRPr sz="1800">
                <a:solidFill>
                  <a:srgbClr val="D2D7E6"/>
                </a:solidFill>
              </a:defRPr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176B89-5645-2DAF-FADC-00BB740507CF}"/>
              </a:ext>
            </a:extLst>
          </p:cNvPr>
          <p:cNvSpPr txBox="1"/>
          <p:nvPr/>
        </p:nvSpPr>
        <p:spPr>
          <a:xfrm>
            <a:off x="587829" y="1796143"/>
            <a:ext cx="5039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매개변수 </a:t>
            </a:r>
            <a:r>
              <a:rPr lang="en-US" altLang="ko-KR" dirty="0" err="1">
                <a:solidFill>
                  <a:schemeClr val="bg1"/>
                </a:solidFill>
              </a:rPr>
              <a:t>l'application</a:t>
            </a:r>
            <a:r>
              <a:rPr lang="en-US" altLang="ko-KR" dirty="0">
                <a:solidFill>
                  <a:schemeClr val="bg1"/>
                </a:solidFill>
              </a:rPr>
              <a:t> , </a:t>
            </a:r>
            <a:r>
              <a:rPr lang="ko-KR" altLang="en-US" dirty="0">
                <a:solidFill>
                  <a:schemeClr val="bg1"/>
                </a:solidFill>
              </a:rPr>
              <a:t>활성 레 </a:t>
            </a:r>
            <a:r>
              <a:rPr lang="ko-KR" altLang="en-US" dirty="0" err="1">
                <a:solidFill>
                  <a:schemeClr val="bg1"/>
                </a:solidFill>
              </a:rPr>
              <a:t>라펠</a:t>
            </a:r>
            <a:r>
              <a:rPr lang="ko-KR" altLang="en-US" dirty="0">
                <a:solidFill>
                  <a:schemeClr val="bg1"/>
                </a:solidFill>
              </a:rPr>
              <a:t> 등 레스 알림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2726CE-BF58-C9C1-A4B2-84CFB2A5A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E5385-1FFB-7C25-D251-67CE59FCD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DCEBFF"/>
                </a:solidFill>
              </a:rPr>
              <a:t>Settings Screen</a:t>
            </a:r>
            <a:endParaRPr sz="3200" b="1" dirty="0">
              <a:solidFill>
                <a:srgbClr val="DCEBFF"/>
              </a:solidFill>
            </a:endParaRPr>
          </a:p>
        </p:txBody>
      </p:sp>
      <p:pic>
        <p:nvPicPr>
          <p:cNvPr id="5" name="Content Placeholder 4" descr="A screenshot of a phone">
            <a:extLst>
              <a:ext uri="{FF2B5EF4-FFF2-40B4-BE49-F238E27FC236}">
                <a16:creationId xmlns:a16="http://schemas.microsoft.com/office/drawing/2014/main" id="{148C8A5E-A4E6-E3E7-3451-B04ADC9D3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8508" y="1600200"/>
            <a:ext cx="2986983" cy="4525963"/>
          </a:xfrm>
        </p:spPr>
      </p:pic>
    </p:spTree>
    <p:extLst>
      <p:ext uri="{BB962C8B-B14F-4D97-AF65-F5344CB8AC3E}">
        <p14:creationId xmlns:p14="http://schemas.microsoft.com/office/powerpoint/2010/main" val="31470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222538-3204-E256-802A-959A2710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80C8A-C16A-6BD2-7876-02F41C362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err="1">
                <a:solidFill>
                  <a:srgbClr val="DCEBFF"/>
                </a:solidFill>
              </a:rPr>
              <a:t>DailySoul</a:t>
            </a:r>
            <a:r>
              <a:rPr lang="en-US" sz="3200" b="1" dirty="0">
                <a:solidFill>
                  <a:srgbClr val="DCEBFF"/>
                </a:solidFill>
              </a:rPr>
              <a:t> (</a:t>
            </a:r>
            <a:r>
              <a:rPr lang="en-US" sz="3200" b="1" dirty="0" err="1">
                <a:solidFill>
                  <a:srgbClr val="DCEBFF"/>
                </a:solidFill>
              </a:rPr>
              <a:t>shortDemo</a:t>
            </a:r>
            <a:r>
              <a:rPr lang="en-US" sz="3200" b="1" dirty="0">
                <a:solidFill>
                  <a:srgbClr val="DCEBFF"/>
                </a:solidFill>
              </a:rPr>
              <a:t>)</a:t>
            </a:r>
            <a:endParaRPr sz="3200" b="1" dirty="0">
              <a:solidFill>
                <a:srgbClr val="DCEBFF"/>
              </a:solidFill>
            </a:endParaRPr>
          </a:p>
        </p:txBody>
      </p:sp>
      <p:pic>
        <p:nvPicPr>
          <p:cNvPr id="6" name="Dailysoul">
            <a:hlinkClick r:id="" action="ppaction://media"/>
            <a:extLst>
              <a:ext uri="{FF2B5EF4-FFF2-40B4-BE49-F238E27FC236}">
                <a16:creationId xmlns:a16="http://schemas.microsoft.com/office/drawing/2014/main" id="{58D1E0D2-9191-866F-68C0-F06D87D53BC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63711" y="1600200"/>
            <a:ext cx="2036763" cy="4525963"/>
          </a:xfrm>
        </p:spPr>
      </p:pic>
    </p:spTree>
    <p:extLst>
      <p:ext uri="{BB962C8B-B14F-4D97-AF65-F5344CB8AC3E}">
        <p14:creationId xmlns:p14="http://schemas.microsoft.com/office/powerpoint/2010/main" val="2943857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4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DCEBFF"/>
                </a:solidFill>
              </a:rPr>
              <a:t>정리 및 배운 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2D7E6"/>
                </a:solidFill>
              </a:defRPr>
            </a:pPr>
            <a:r>
              <a:t>• DailySoul은 프론트엔드와 백엔드를 모두 직접 설계한 안드로이드 앱입니다.</a:t>
            </a:r>
          </a:p>
          <a:p>
            <a:pPr>
              <a:defRPr sz="1800">
                <a:solidFill>
                  <a:srgbClr val="D2D7E6"/>
                </a:solidFill>
              </a:defRPr>
            </a:pPr>
            <a:r>
              <a:t>• MVVM, Room, DataStore, WorkManager를 활용해 실제 서비스 수준 아키텍처를 경험했습니다.</a:t>
            </a:r>
          </a:p>
          <a:p>
            <a:pPr>
              <a:defRPr sz="1800">
                <a:solidFill>
                  <a:srgbClr val="D2D7E6"/>
                </a:solidFill>
              </a:defRPr>
            </a:pPr>
            <a:r>
              <a:t>• 코드 레벨에서 전체 흐름(View → ViewModel → Repository → DB/알림)을 이해하고 구현한 것이 큰 성과입니다.</a:t>
            </a:r>
          </a:p>
          <a:p>
            <a:pPr>
              <a:defRPr sz="1800">
                <a:solidFill>
                  <a:srgbClr val="D2D7E6"/>
                </a:solidFill>
              </a:defRPr>
            </a:pPr>
            <a:r>
              <a:t>• 앞으로는 온라인 API 연동, 로그인, 다크 모드, 위젯 등으로 확장 가능합니다.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1102</Words>
  <Application>Microsoft Office PowerPoint</Application>
  <PresentationFormat>On-screen Show (4:3)</PresentationFormat>
  <Paragraphs>189</Paragraphs>
  <Slides>19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Helvetica Neue</vt:lpstr>
      <vt:lpstr>Arial</vt:lpstr>
      <vt:lpstr>Calibri</vt:lpstr>
      <vt:lpstr>Consolas</vt:lpstr>
      <vt:lpstr>Office Theme</vt:lpstr>
      <vt:lpstr>DailySoul 프로젝트 발표</vt:lpstr>
      <vt:lpstr>프로젝트 개요</vt:lpstr>
      <vt:lpstr>전체 아키텍처 흐름</vt:lpstr>
      <vt:lpstr>데이터 모델 – Quote 엔티티</vt:lpstr>
      <vt:lpstr>DAO – QuoteDao 핵심 코드</vt:lpstr>
      <vt:lpstr>Repository – QuoteRepository</vt:lpstr>
      <vt:lpstr>ViewModel – 상태 관리</vt:lpstr>
      <vt:lpstr>ViewModel – DataStore 연동</vt:lpstr>
      <vt:lpstr>PreferencesManager – DataStore 구현</vt:lpstr>
      <vt:lpstr>Onboarding – 카테고리 선택 &amp; 저장</vt:lpstr>
      <vt:lpstr>Onboarding overview </vt:lpstr>
      <vt:lpstr>Home 화면 – 랜덤 명언 표시</vt:lpstr>
      <vt:lpstr>Home overview </vt:lpstr>
      <vt:lpstr>Favorites Screen</vt:lpstr>
      <vt:lpstr>Favorites Screen</vt:lpstr>
      <vt:lpstr>Settings Screen</vt:lpstr>
      <vt:lpstr>Settings Screen</vt:lpstr>
      <vt:lpstr>DailySoul (shortDemo)</vt:lpstr>
      <vt:lpstr>정리 및 배운 점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DailySoul 프로젝트 발표</dc:title>
  <dc:subject/>
  <dc:creator/>
  <cp:keywords/>
  <dc:description>generated using python-pptx</dc:description>
  <cp:lastModifiedBy>kelly mifoumou</cp:lastModifiedBy>
  <cp:revision>2</cp:revision>
  <dcterms:created xsi:type="dcterms:W3CDTF">2013-01-27T09:14:16Z</dcterms:created>
  <dcterms:modified xsi:type="dcterms:W3CDTF">2025-12-09T11:27:40Z</dcterms:modified>
  <cp:category/>
</cp:coreProperties>
</file>